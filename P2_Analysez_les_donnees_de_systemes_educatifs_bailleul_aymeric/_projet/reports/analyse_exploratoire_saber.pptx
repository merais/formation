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Analyse SABER – Indicateurs et Classement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Pipeline auto-généré depuis le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Indicateurs retenus et couverture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Indicateurs retenus après détection de redondance:</a:t>
            </a:r>
          </a:p>
          <a:p>
            <a:r>
              <a:t>- School Autonomy and Accountability (SABER) [~16 pays]</a:t>
            </a:r>
          </a:p>
          <a:p>
            <a:r>
              <a:t>- Education Management Information Systems (SABER) [~10]</a:t>
            </a:r>
          </a:p>
          <a:p>
            <a:r>
              <a:t>- Student Assessment (SABER) [~37]</a:t>
            </a:r>
          </a:p>
          <a:p>
            <a:r>
              <a:t>- Workforce Development (SABER) [~27]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Corrélation des indicateurs (filtrée)</a:t>
            </a:r>
          </a:p>
        </p:txBody>
      </p:sp>
      <p:pic>
        <p:nvPicPr>
          <p:cNvPr id="4" name="Picture 3" descr="corr_heatmap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Distribution du score composite</a:t>
            </a:r>
          </a:p>
        </p:txBody>
      </p:sp>
      <p:pic>
        <p:nvPicPr>
          <p:cNvPr id="4" name="Picture 3" descr="dist_score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5 pays par score composite</a:t>
            </a:r>
          </a:p>
        </p:txBody>
      </p:sp>
      <p:pic>
        <p:nvPicPr>
          <p:cNvPr id="4" name="Picture 3" descr="top5_score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 et 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Résumé: après réduction des redondances, 4 indicateurs clés retenus.</a:t>
            </a:r>
          </a:p>
          <a:p>
            <a:r>
              <a:t>Classement observé (Top 5): Bahrain, Finland, United States, Singapore, Netherlands.</a:t>
            </a:r>
          </a:p>
          <a:p>
            <a:r>
              <a:t>Limites: couverture variable suivant l'indicateur.</a:t>
            </a:r>
          </a:p>
          <a:p>
            <a:r>
              <a:t>Pistes: valider le sens des scores et enrichir la couverture.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